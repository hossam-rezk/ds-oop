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2T04:12:4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2T04:12:50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2T04:12:51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2T04:12:51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2T04:12:53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7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0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4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8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6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0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7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2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2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32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customXml" Target="../ink/ink5.xml"/><Relationship Id="rId3" Type="http://schemas.openxmlformats.org/officeDocument/2006/relationships/hyperlink" Target="https://docs.google.com/presentation/d/1uU-Mw4u2qarlxrx0EysQJzYigei8gPvH/edit#slide=id.p15" TargetMode="External"/><Relationship Id="rId7" Type="http://schemas.openxmlformats.org/officeDocument/2006/relationships/hyperlink" Target="Queue" TargetMode="External"/><Relationship Id="rId12" Type="http://schemas.openxmlformats.org/officeDocument/2006/relationships/customXml" Target="../ink/ink4.xml"/><Relationship Id="rId2" Type="http://schemas.openxmlformats.org/officeDocument/2006/relationships/hyperlink" Target="https://bmc-cs-151.github.io/slides/lecture0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Stack" TargetMode="External"/><Relationship Id="rId11" Type="http://schemas.openxmlformats.org/officeDocument/2006/relationships/customXml" Target="../ink/ink3.xml"/><Relationship Id="rId5" Type="http://schemas.openxmlformats.org/officeDocument/2006/relationships/hyperlink" Target="Double%20Linked%20list" TargetMode="External"/><Relationship Id="rId10" Type="http://schemas.openxmlformats.org/officeDocument/2006/relationships/customXml" Target="../ink/ink2.xml"/><Relationship Id="rId4" Type="http://schemas.openxmlformats.org/officeDocument/2006/relationships/hyperlink" Target="Singly%20Linked%20list" TargetMode="Externa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D0CD-C542-8256-2081-D6BB7811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‘DS’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656B7-EE80-722F-8BF4-8D298D29F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5068726"/>
          </a:xfrm>
        </p:spPr>
        <p:txBody>
          <a:bodyPr/>
          <a:lstStyle/>
          <a:p>
            <a:r>
              <a:rPr lang="en-US" dirty="0"/>
              <a:t>Array </a:t>
            </a:r>
            <a:br>
              <a:rPr lang="en-US" dirty="0"/>
            </a:br>
            <a:r>
              <a:rPr lang="en-US" sz="1600" dirty="0"/>
              <a:t>Ref: </a:t>
            </a:r>
            <a:r>
              <a:rPr lang="en-US" sz="1600" dirty="0">
                <a:hlinkClick r:id="rId2"/>
              </a:rPr>
              <a:t>Array, Generics</a:t>
            </a:r>
            <a:endParaRPr lang="ar-EG" sz="1600" dirty="0"/>
          </a:p>
          <a:p>
            <a:r>
              <a:rPr lang="en-US" dirty="0"/>
              <a:t>Time Complexity</a:t>
            </a:r>
            <a:br>
              <a:rPr lang="en-US" dirty="0"/>
            </a:br>
            <a:r>
              <a:rPr lang="en-US" sz="1600" dirty="0"/>
              <a:t>Ref: </a:t>
            </a:r>
            <a:r>
              <a:rPr lang="en-US" sz="1600" dirty="0">
                <a:hlinkClick r:id="rId3"/>
              </a:rPr>
              <a:t>Time Complexity</a:t>
            </a:r>
            <a:endParaRPr lang="en-US" sz="1600" dirty="0"/>
          </a:p>
          <a:p>
            <a:r>
              <a:rPr lang="en-US" dirty="0"/>
              <a:t>Single linked list</a:t>
            </a:r>
            <a:br>
              <a:rPr lang="en-US" sz="1600" dirty="0"/>
            </a:br>
            <a:r>
              <a:rPr lang="en-US" sz="1600" dirty="0"/>
              <a:t>Ref and problems: </a:t>
            </a:r>
            <a:r>
              <a:rPr lang="en-US" sz="1600" dirty="0">
                <a:hlinkClick r:id="rId4" action="ppaction://hlinkfile"/>
              </a:rPr>
              <a:t>LinkedList</a:t>
            </a:r>
            <a:endParaRPr lang="en-US" sz="1800" dirty="0"/>
          </a:p>
          <a:p>
            <a:r>
              <a:rPr lang="en-US" dirty="0"/>
              <a:t>Double Linked List</a:t>
            </a:r>
            <a:br>
              <a:rPr lang="en-US" dirty="0"/>
            </a:br>
            <a:r>
              <a:rPr lang="en-US" sz="1600" dirty="0"/>
              <a:t>Ref and problems: </a:t>
            </a:r>
            <a:r>
              <a:rPr lang="en-US" sz="1600" dirty="0">
                <a:hlinkClick r:id="rId5" action="ppaction://hlinkfile"/>
              </a:rPr>
              <a:t>Double LinkedList</a:t>
            </a:r>
            <a:endParaRPr lang="en-US" dirty="0"/>
          </a:p>
          <a:p>
            <a:r>
              <a:rPr lang="en-US" dirty="0"/>
              <a:t>Stack</a:t>
            </a:r>
            <a:br>
              <a:rPr lang="en-US" dirty="0"/>
            </a:br>
            <a:r>
              <a:rPr lang="en-US" sz="1800" dirty="0"/>
              <a:t>Ref and problems: </a:t>
            </a:r>
            <a:r>
              <a:rPr lang="en-US" sz="1800" dirty="0">
                <a:hlinkClick r:id="rId6" action="ppaction://hlinkfile"/>
              </a:rPr>
              <a:t>Stack</a:t>
            </a:r>
            <a:endParaRPr lang="en-US" sz="1800" dirty="0"/>
          </a:p>
          <a:p>
            <a:r>
              <a:rPr lang="en-US" dirty="0"/>
              <a:t>Queue</a:t>
            </a:r>
            <a:br>
              <a:rPr lang="en-US" dirty="0"/>
            </a:br>
            <a:r>
              <a:rPr lang="en-US" sz="1600" dirty="0"/>
              <a:t>Ref and problems: </a:t>
            </a:r>
            <a:r>
              <a:rPr lang="en-US" sz="1600" dirty="0">
                <a:hlinkClick r:id="rId7" action="ppaction://hlinkfile"/>
              </a:rPr>
              <a:t>Queue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5C7859-B05B-B56A-435F-AD65FE90B252}"/>
                  </a:ext>
                </a:extLst>
              </p14:cNvPr>
              <p14:cNvContentPartPr/>
              <p14:nvPr/>
            </p14:nvContentPartPr>
            <p14:xfrm>
              <a:off x="4011097" y="2231621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B5C7859-B05B-B56A-435F-AD65FE90B2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04977" y="2225501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116DA24-23D7-F861-D68D-C46CDE3B4C3E}"/>
              </a:ext>
            </a:extLst>
          </p:cNvPr>
          <p:cNvGrpSpPr/>
          <p:nvPr/>
        </p:nvGrpSpPr>
        <p:grpSpPr>
          <a:xfrm>
            <a:off x="4434457" y="2261501"/>
            <a:ext cx="360" cy="360"/>
            <a:chOff x="4434457" y="2261501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B6CD13-E766-182A-2F3E-9D5426F74EB3}"/>
                    </a:ext>
                  </a:extLst>
                </p14:cNvPr>
                <p14:cNvContentPartPr/>
                <p14:nvPr/>
              </p14:nvContentPartPr>
              <p14:xfrm>
                <a:off x="4434457" y="2261501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B6CD13-E766-182A-2F3E-9D5426F74E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8337" y="225538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D2D0BA-FC07-04CD-89F1-5FA073DA70A5}"/>
                    </a:ext>
                  </a:extLst>
                </p14:cNvPr>
                <p14:cNvContentPartPr/>
                <p14:nvPr/>
              </p14:nvContentPartPr>
              <p14:xfrm>
                <a:off x="4434457" y="2261501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D2D0BA-FC07-04CD-89F1-5FA073DA70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8337" y="225538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04B93F-F026-6CCC-D630-458D754D3A3D}"/>
                    </a:ext>
                  </a:extLst>
                </p14:cNvPr>
                <p14:cNvContentPartPr/>
                <p14:nvPr/>
              </p14:nvContentPartPr>
              <p14:xfrm>
                <a:off x="4434457" y="2261501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04B93F-F026-6CCC-D630-458D754D3A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8337" y="225538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5D3300C-3659-C1BD-BAA3-4AA7054972C7}"/>
                  </a:ext>
                </a:extLst>
              </p14:cNvPr>
              <p14:cNvContentPartPr/>
              <p14:nvPr/>
            </p14:nvContentPartPr>
            <p14:xfrm>
              <a:off x="3244297" y="3087341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5D3300C-3659-C1BD-BAA3-4AA7054972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38177" y="308122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236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B13B-4754-2190-8787-19A87391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FA18E-605A-5E83-AA3D-98E0DB936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function promote(S, v) that takes a stack of integers S and a value v and moves v one position closer to the top, then returns the modified stack. For example, if the stack contains {10, 20, 30, 40} where 10 is the top of the stack and you call promote(S, 30), the stack becomes {10, 30, 20, 40}.Use only stack functions. Do not use any data structure other than stacks.</a:t>
            </a:r>
          </a:p>
        </p:txBody>
      </p:sp>
    </p:spTree>
    <p:extLst>
      <p:ext uri="{BB962C8B-B14F-4D97-AF65-F5344CB8AC3E}">
        <p14:creationId xmlns:p14="http://schemas.microsoft.com/office/powerpoint/2010/main" val="219637528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147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VanillaVTI</vt:lpstr>
      <vt:lpstr>Content ‘DS’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Hossam Ahmed</dc:creator>
  <cp:lastModifiedBy>Hossam Ahmed</cp:lastModifiedBy>
  <cp:revision>4</cp:revision>
  <dcterms:created xsi:type="dcterms:W3CDTF">2025-03-01T22:45:36Z</dcterms:created>
  <dcterms:modified xsi:type="dcterms:W3CDTF">2025-03-02T23:16:56Z</dcterms:modified>
</cp:coreProperties>
</file>